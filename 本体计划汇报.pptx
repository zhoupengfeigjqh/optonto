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7AAE5-28F0-4863-B26E-A92E1ABC7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C1E52C-F15B-4C1C-BC3F-72C3670F5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94294-A07D-4BCE-8FBD-B9B14073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AC0600-5757-48FF-B77E-8DE96D86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D4709-8E82-4585-A98A-592C929F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48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1B800-6877-4B30-82CF-5A8B7248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E83DA-B8D5-4016-A7A3-63A79DDFC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2639F-65F1-4B74-819B-F01B2148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60522-85C8-4471-A405-DF549AB5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2935F-E4AF-478B-A0E5-62BAF334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49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0DB5D-45B1-4FC8-ADAC-68110EE2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D997AD-EF4B-4B03-9A0B-BCE81D0AE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0F848-01A1-47EF-B9D0-CEA3AE1F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76C74C-8325-4D3D-85C7-6A4E1227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9B2A6-0A9F-4A49-978C-E002CD27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81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DE5D1-897D-4E1F-B63C-7CF7F570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D712E-ECBD-4251-A250-EA90B334E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86A6A4-3302-4420-895B-07F8C5965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6F1C59-AA57-4C00-BC17-88147776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93875D-DF4A-4922-89A4-D32FBA19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577939-D6C4-41DF-A535-671251FF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5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654E6-8592-4A88-B506-5DD246A2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67E9B0-6C42-457E-ABA0-9183CB9C6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D1C262-B537-4B3F-9944-E7702FD02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DBAD58-26E9-4DE0-901D-96DDD2758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624EE1-1B55-43B8-8AB4-F05AF2877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EBA7A9-8E2A-42D3-B7C5-9249FE79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0C8F9B-5839-44E0-89F8-FC1BF460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837D0A-5164-4DAF-8D01-9B08FD6C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12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58C82-A125-46D6-BD34-D2ABED34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211489-2B66-4F04-8755-4B23F863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B198B4-6770-4327-93C1-4F49A627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5246B-618E-45B2-9EC3-CBEFEE98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22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D346E2-2658-4B18-9D57-5A352C98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1DE3AB-A163-4AFF-9EF2-ADC9396D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40A56-2504-4D06-96F4-5236843C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8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4D67D-3F41-4289-B95B-34E647CC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4E985A-BB99-4DCF-811E-9A76422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EAC98E-B12B-4462-AC00-577F6757E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3B2A08-0FF4-4E4B-9A6E-D2357E48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E0A44-07B4-4D90-8122-FE62393A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F29DEB-1AAE-4186-8261-63065240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0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3C492-F57F-46CF-B662-86591D8B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72AE95-BA31-4E5E-8A97-EF6DF82EC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E589DA-9EE6-4043-B42E-49046E638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2203F-A6E7-49F3-B924-736BD3BD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800809-7C9E-420D-B6F6-A5CABB8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23A28A-7047-496B-A216-8E777851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0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3F8F9-0481-4BA1-B0FC-42B443C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B194CE-2F89-4D68-831F-B44855A56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395644-E46B-41E8-A5AE-9AD9E9BB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76D895-C839-40EC-BBBC-14DD972F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4C286-864F-4552-AB69-E6322787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7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AAFFE0-A55B-4051-BB3F-2D41606A2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D0E71A-4E5F-4B7F-86BC-333D032AB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055A6B-5F99-4CC6-90F4-ED277FD2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B5BFDF-91B2-42B0-BB48-3B8AE97C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AAD84-C542-4ABE-A4DF-A4656042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1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8B2A4F-BE49-458B-BF37-F80A758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DF4C47-8121-47A9-8525-27B6B8ACE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9A58E-A4DE-44F5-AF60-BE90F2E1F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8C4F4-46D8-4010-9BB6-38AA97EB81D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6F47AF-B284-4CC5-BE26-7703A0629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DBE2B-C616-4C98-9D87-6EBC39790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3A717-65A7-42A6-97D4-FFF20A613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53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FE7F41-28E8-480D-B611-54C79E309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92" y="134560"/>
            <a:ext cx="11406615" cy="658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9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D1D9E3-F5F6-4743-902A-39864493AC7D}"/>
              </a:ext>
            </a:extLst>
          </p:cNvPr>
          <p:cNvSpPr txBox="1"/>
          <p:nvPr/>
        </p:nvSpPr>
        <p:spPr>
          <a:xfrm>
            <a:off x="1473868" y="1720515"/>
            <a:ext cx="97014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后续：</a:t>
            </a:r>
            <a:endParaRPr lang="en-US" altLang="zh-CN" sz="4000" dirty="0"/>
          </a:p>
          <a:p>
            <a:r>
              <a:rPr lang="en-US" altLang="zh-CN" sz="4000" dirty="0"/>
              <a:t>1 </a:t>
            </a:r>
            <a:r>
              <a:rPr lang="zh-CN" altLang="en-US" sz="4000" dirty="0"/>
              <a:t>本体技能生成</a:t>
            </a:r>
            <a:endParaRPr lang="en-US" altLang="zh-CN" sz="4000" dirty="0"/>
          </a:p>
          <a:p>
            <a:r>
              <a:rPr lang="en-US" altLang="zh-CN" sz="4000" dirty="0"/>
              <a:t>2 Agent</a:t>
            </a:r>
            <a:r>
              <a:rPr lang="zh-CN" altLang="en-US" sz="4000" dirty="0"/>
              <a:t>结合本体来完成任务的生成和执行</a:t>
            </a:r>
          </a:p>
        </p:txBody>
      </p:sp>
    </p:spTree>
    <p:extLst>
      <p:ext uri="{BB962C8B-B14F-4D97-AF65-F5344CB8AC3E}">
        <p14:creationId xmlns:p14="http://schemas.microsoft.com/office/powerpoint/2010/main" val="79459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DFFD12A-A1F0-473A-83E0-0E0869764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56" y="608430"/>
            <a:ext cx="4086931" cy="54503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DE31985-9B8F-44B1-BF7C-C37118FEE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099" y="608429"/>
            <a:ext cx="3194386" cy="54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9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17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pengfei zhou</dc:creator>
  <cp:lastModifiedBy>pengfei zhou</cp:lastModifiedBy>
  <cp:revision>3</cp:revision>
  <dcterms:created xsi:type="dcterms:W3CDTF">2026-07-17T03:40:35Z</dcterms:created>
  <dcterms:modified xsi:type="dcterms:W3CDTF">2026-07-17T05:42:50Z</dcterms:modified>
</cp:coreProperties>
</file>